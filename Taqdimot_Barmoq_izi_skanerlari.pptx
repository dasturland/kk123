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600">
        <a:latin typeface="Times New Roman"/>
        <a:cs typeface="Times New Roman"/>
        <a:ea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1.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Titul varag'i. Mavzu, muassasa (Jizzax davlat pedagogika universiteti - Axborot tizimlari fani) va taqdimotchi (Toshboʻriyeva Marjona, 242_26 - guruh) keltirilgan. Rasm manbasi (Unsplash): https://images.unsplash.com/photo-1563013544-824ae1b704d3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2.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Taqdimot rejasi: uchta asosiy qism va yakuniy xulosa. Rasm manbasi (Unsplash): https://images.unsplash.com/photo-1518770660439-4636190af475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3.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Barmoq izi naqshining noyobligi va minutsiyalar tushunchasi yoritiladi. Rasm manbasi (Unsplash): https://images.unsplash.com/photo-1510915361894-db8b60106cb1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4.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Smartfon skanerlarining kapasitiv, optik va ultratovushli bosqichlardan iborat evolyutsiyasi. Rasm manbasi (Unsplash): https://images.unsplash.com/photo-1511707171634-5f897ff02aa9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5.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Optik skanerning yorug'lik va sensor orqali 2D tasvir olish prinsipi. Rasm manbasi (Unsplash): https://images.unsplash.com/photo-1534972195531-d756b9bfa9f2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6.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Optik skanerlarning soxtalashtirishga nisbatan zaifligi va muhit ta'siri. Rasm manbasi (Unsplash): https://images.unsplash.com/photo-1507413245164-6160d8298b31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7.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Ultratovushli skanerning ovoz to'lqinlari orqali 3D xarita yaratishi. Rasm manbasi (Unsplash): https://images.unsplash.com/photo-1451187580459-43490279c0fa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8.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Ultratovushli skanerning chuqur tahlil qobiliyati va yuqori xavfsizlik darajasi. Rasm manbasi (Unsplash): https://images.unsplash.com/photo-1446776811953-b23d57bd21aa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9.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Ikki texnologiyaning qiyosiy xulosasi va biometrik xavfsizlik istiqbollari. Rasm manbasi (Unsplash): https://images.unsplash.com/photo-1550751827-4bd374c3f58b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572000"/>
            <a:ext cx="5486400" cy="360000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600"/>
              </a:spcBef>
              <a:buNone/>
            </a:pPr>
            <a:r>
              <a:rPr lang="uz-UZ" sz="1600" b="1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Slayd 10. </a:t>
            </a:r>
            <a:r>
              <a:rPr lang="uz-UZ" sz="1600" b="0" dirty="0">
                <a:solidFill>
                  <a:srgbClr val="000000"/>
                </a:solidFill>
                <a:latin typeface="Times New Roman"/>
                <a:cs typeface="Times New Roman"/>
                <a:ea typeface="Times New Roman"/>
              </a:rPr>
              <a:t>Yakunlovchi slayd: minnatdorchilik va savol-javob uchun ochiq maydon. Rasm manbasi (Unsplash): https://images.unsplash.com/photo-1498050108023-c5249f4df085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solidFill>
            <a:srgbClr val="00E5FF"/>
          </a:solidFill>
          <a:latin typeface="Times New Roman"/>
          <a:cs typeface="Times New Roman"/>
          <a:ea typeface="Times New Roman"/>
        </a:defRPr>
      </a:lvl1pPr>
    </p:titleStyle>
    <p:bodyStyle>
      <a:lvl1pPr>
        <a:defRPr sz="1600">
          <a:solidFill>
            <a:srgbClr val="E8F1FA"/>
          </a:solidFill>
          <a:latin typeface="Times New Roman"/>
          <a:cs typeface="Times New Roman"/>
          <a:ea typeface="Times New Roman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63013544-824ae1b704d3" TargetMode="Externa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18770660439-4636190af475" TargetMode="Externa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10915361894-db8b60106cb1" TargetMode="Externa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11707171634-5f897ff02aa9" TargetMode="Externa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34972195531-d756b9bfa9f2" TargetMode="Externa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07413245164-6160d8298b31" TargetMode="Externa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451187580459-43490279c0fa" TargetMode="Externa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446776811953-b23d57bd21aa" TargetMode="Externa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550751827-4bd374c3f58b" TargetMode="Externa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mages.unsplash.com/photo-1498050108023-c5249f4df085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1750000"/>
            <a:ext cx="3200000" cy="54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40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Barmoq izi skanerlari qanday ishlaydi?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2050000"/>
            <a:ext cx="11094720" cy="3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Telefonni ochish uchun barmoq izimizni optik yoki ultratovush to'lqinlari orqali qanday tanib olishi</a:t>
            </a:r>
          </a:p>
          <a:p>
            <a:pPr>
              <a:buNone/>
            </a:pPr>
          </a:p>
          <a:p>
            <a:pPr algn="l">
              <a:spcBef>
                <a:spcPts val="600"/>
              </a:spcBef>
              <a:buNone/>
            </a:pPr>
            <a:r>
              <a:rPr lang="uz-UZ" sz="2000" b="1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Jizzax davlat pedagogika universiteti - Axborot tizimlari fani</a:t>
            </a:r>
          </a:p>
          <a:p>
            <a:pPr>
              <a:buNone/>
            </a:pPr>
          </a:p>
          <a:p>
            <a:pPr algn="l">
              <a:spcBef>
                <a:spcPts val="600"/>
              </a:spcBef>
              <a:buNone/>
            </a:pPr>
            <a:r>
              <a:rPr lang="uz-UZ" sz="2000" b="1" dirty="0">
                <a:solidFill>
                  <a:srgbClr val="1E88E5"/>
                </a:solidFill>
                <a:latin typeface="Times New Roman"/>
                <a:cs typeface="Times New Roman"/>
                <a:ea typeface="Times New Roman"/>
              </a:rPr>
              <a:t>Taqdimotchi: Toshboʻriyeva Marjona (242_26 - guruh)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(biometrika):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https://images.unsplash.com/photo-1563013544-824ae1b704d3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Reja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1-qism. Barmoq izi biometrikasi asoslari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2-qism. Optik skanerlar qanday ishlaydi?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3-qism. Ultratovushli (ultrasonic) skanerlar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4-qism. Xulosa: texnologiyalarning qiyosiy tahlili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(zamonaviy texnologiya):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https://images.unsplash.com/photo-1518770660439-4636190af475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1620000"/>
            <a:ext cx="260000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1-qism. Barmoq izi biometrikasi asoslari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Nega barmoq izi takrorlanmas hisoblanadi?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Barmoq terisidagi chiziqlar (papillyar naqshlar) homila rivojlanishi davrida shakllanadi va har bir insonda noyob bo'ladi.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Hatto bir xil tuxumdan tug'ilgan egizaklarda ham barmoq izi naqshlari bir-biridan farq qiladi.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Naqshning asosiy xususiyatlari (minutsiyalar): chiziqlarning tugashi, tarmoqlanishi va markaziy nuqtalari biometrik identifikatsiya uchun ishlatiladi.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(barmoq izi biometrikasi):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https://images.unsplash.com/photo-1510915361894-db8b60106cb1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1-qism. Smartfonlarda barmoq izi skanerlari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Paydo bo'lishi va evolyutsiyasi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Dastlabki modellarda sig'imli (kapasitiv) sensorlar qo'llanilgan; ular barmoq terisining elektr sig'imini o'lchagan.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Keyinchalik ekran ostiga joylashtiriladigan optik skanerlar paydo bo'lib, dizaynni ixchamlashtirdi.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Eng zamonaviy bosqich - ekran ostidagi ultratovushli skanerlar bo'lib, ular yuqori aniqlik va xavfsizlikni ta'minlaydi.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(smartfon va barmoq izi):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https://images.unsplash.com/photo-1511707171634-5f897ff02aa9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1620000"/>
            <a:ext cx="260000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2-qism. Optik skanerlar qanday ishlaydi?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Yorug'lik yordamida 2D rasm olish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Yorug'lik diodi (LED) barmoq yuzasini yoritadi va undan qaytgan nur maxsus sensorga tushadi.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Chiziqlarning balandligi va chuqurligi yorug'likni turlicha qaytaradi; natijada barmoq izining ikki o'lchovli (2D) tasviri hosil bo'ladi.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Hosil bo'lgan tasvir raqamli naqshga aylantirilib, xotiradagi namuna bilan solishtiriladi.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(optika va yorug'lik):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https://images.unsplash.com/photo-1534972195531-d756b9bfa9f2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2-qism. Optik skanerlarning kamchiliklari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Cheklovlar va zaifliklar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Faqat yuza (2D) tasvirga tayangani uchun yuqori sifatli soxta nusxalar (foto yoki qolip) bilan aldanishi mumkin.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Barmoqning namligi, kiri yoki yorug'lik sharoiti aniqlikka salbiy ta'sir ko'rsatadi.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Xavfsizlik darajasi ultratovushli skanerlarga nisbatan pastroq hisoblanadi.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(optik sensor):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https://images.unsplash.com/photo-1507413245164-6160d8298b31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1620000"/>
            <a:ext cx="260000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3-qism. Ultratovushli (ultrasonic) skanerlar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Ovoz to'lqinlari bilan 3D xarita yaratish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Skaner inson qulog'iga eshitilmaydigan ultratovush to'lqinlarini chiqaradi va barmoqdan qaytgan to'lqinlarni qayd etadi.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Teri yuzasidagi chiziqlar va teshikchalardan to'lqinlarning turlicha qaytishi barmoqning uch o'lchovli (3D) xaritasini shakllantiradi.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3D ma'lumot teri relyefini chuqur tahlil qilish imkonini beradi.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(ultratovush to'lqinlari):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https://images.unsplash.com/photo-1451187580459-43490279c0fa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3-qism. Chuqur tahlil va xavfsizlik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Teshikchalar, chiziqlar va yuqori ishonchlilik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Ultratovush teri qatlamlari ostidagi mayda teshikchalar va chiziqlarni ham aniqlaydi, bu esa soxtalashtirish imkonini keskin kamaytiradi.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Namlik, kir yoki yorug'lik sharoiti natijaga deyarli ta'sir qilmaydi.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Shu bois ultratovushli skanerlar eng yuqori xavfsizlik darajasini ta'minlaydi.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(ovoz to'lqini vizualizatsiyasi):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https://images.unsplash.com/photo-1446776811953-b23d57bd21aa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1620000"/>
            <a:ext cx="260000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32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4-qism. Xulosa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1950720"/>
            <a:ext cx="11094720" cy="4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Optik va ultratovush texnologiyalarining qiyosi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Optik skanerlar yorug'lik bilan 2D tasvir oladi: arzon, lekin soxtalashtirishga nisbatan zaifroq.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16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Ultratovushli skanerlar ovoz to'lqinlari bilan 3D xarita yaratadi: ishonchliroq va xavfsizroq.</a:t>
            </a:r>
          </a:p>
          <a:p>
            <a:pPr marL="285750" indent="-285750" algn="l">
              <a:spcBef>
                <a:spcPts val="600"/>
              </a:spcBef>
              <a:buFont typeface="Arial"/>
              <a:buChar char="•"/>
            </a:pPr>
            <a:r>
              <a:rPr lang="uz-UZ" sz="20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Kelajakda biometrik xavfsizlik ko'p omilli (barmoq izi, yuz va ovoz) usullar bilan yanada mustahkamlanadi.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(kiberxavfsizlik):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https://images.unsplash.com/photo-1550751827-4bd374c3f58b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AccentBar902"/>
          <p:cNvSpPr/>
          <p:nvPr/>
        </p:nvSpPr>
        <p:spPr>
          <a:xfrm>
            <a:off x="548640" y="2050000"/>
            <a:ext cx="3200000" cy="54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1109472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4000" b="1" dirty="0">
                <a:solidFill>
                  <a:srgbClr val="00E5FF"/>
                </a:solidFill>
                <a:latin typeface="Times New Roman"/>
                <a:cs typeface="Times New Roman"/>
                <a:ea typeface="Times New Roman"/>
              </a:rPr>
              <a:t>E'tiboringiz uchun rahmat!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548640" y="2350000"/>
            <a:ext cx="11094720" cy="3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uz-UZ" sz="2400" b="0" dirty="0">
                <a:solidFill>
                  <a:srgbClr val="E8F1FA"/>
                </a:solidFill>
                <a:latin typeface="Times New Roman"/>
                <a:cs typeface="Times New Roman"/>
                <a:ea typeface="Times New Roman"/>
              </a:rPr>
              <a:t>Savollaringiz bo'lsa, bajonidil javob beraman.</a:t>
            </a:r>
          </a:p>
          <a:p>
            <a:pPr>
              <a:buNone/>
            </a:pPr>
          </a:p>
          <a:p>
            <a:pPr algn="l">
              <a:spcBef>
                <a:spcPts val="600"/>
              </a:spcBef>
              <a:buNone/>
            </a:pPr>
            <a:r>
              <a:rPr lang="uz-UZ" sz="2000" b="0" i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Savollar uchun ochiq maydon.</a:t>
            </a:r>
          </a:p>
          <a:p>
            <a:pPr>
              <a:buNone/>
            </a:pPr>
          </a:p>
          <a:p>
            <a:pPr algn="l">
              <a:spcBef>
                <a:spcPts val="600"/>
              </a:spcBef>
              <a:buNone/>
            </a:pPr>
            <a:r>
              <a:rPr lang="uz-UZ" sz="2000" b="1" dirty="0">
                <a:solidFill>
                  <a:srgbClr val="1E88E5"/>
                </a:solidFill>
                <a:latin typeface="Times New Roman"/>
                <a:cs typeface="Times New Roman"/>
                <a:ea typeface="Times New Roman"/>
              </a:rPr>
              <a:t>Taqdimotchi: Toshboʻriyeva Marjona (242_26 - guruh)</a:t>
            </a:r>
          </a:p>
        </p:txBody>
      </p:sp>
      <p:sp>
        <p:nvSpPr>
          <p:cNvPr id="4" name="UnsplashUrl"/>
          <p:cNvSpPr>
            <a:spLocks noGrp="1"/>
          </p:cNvSpPr>
          <p:nvPr/>
        </p:nvSpPr>
        <p:spPr>
          <a:xfrm>
            <a:off x="548640" y="6150000"/>
            <a:ext cx="11094720" cy="52000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uz-UZ" sz="1200" b="1" dirty="0">
                <a:solidFill>
                  <a:srgbClr val="AFC6DD"/>
                </a:solidFill>
                <a:latin typeface="Times New Roman"/>
                <a:cs typeface="Times New Roman"/>
                <a:ea typeface="Times New Roman"/>
              </a:rPr>
              <a:t>Rasm (texnologiya): </a:t>
            </a:r>
            <a:r>
              <a:rPr lang="uz-UZ" sz="1200" b="0" dirty="0">
                <a:solidFill>
                  <a:srgbClr val="00E5FF"/>
                </a:solidFill>
                <a:hlinkClick xmlns:r="http://schemas.openxmlformats.org/officeDocument/2006/relationships" r:id="rId2"/>
                <a:latin typeface="Times New Roman"/>
                <a:cs typeface="Times New Roman"/>
                <a:ea typeface="Times New Roman"/>
              </a:rPr>
              <a:t>https://images.unsplash.com/photo-1498050108023-c5249f4df085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iberxavfsizlik">
  <a:themeElements>
    <a:clrScheme name="Kiberxavfsizlik">
      <a:dk1>
        <a:sysClr val="windowText" lastClr="000000"/>
      </a:dk1>
      <a:lt1>
        <a:sysClr val="window" lastClr="FFFFFF"/>
      </a:lt1>
      <a:dk2>
        <a:srgbClr val="0B1E3B"/>
      </a:dk2>
      <a:lt2>
        <a:srgbClr val="E8F1FA"/>
      </a:lt2>
      <a:accent1>
        <a:srgbClr val="00E5FF"/>
      </a:accent1>
      <a:accent2>
        <a:srgbClr val="1E88E5"/>
      </a:accent2>
      <a:accent3>
        <a:srgbClr val="0F2A4A"/>
      </a:accent3>
      <a:accent4>
        <a:srgbClr val="AFC6DD"/>
      </a:accent4>
      <a:accent5>
        <a:srgbClr val="26C6DA"/>
      </a:accent5>
      <a:accent6>
        <a:srgbClr val="0D47A1"/>
      </a:accent6>
      <a:hlink>
        <a:srgbClr val="00E5FF"/>
      </a:hlink>
      <a:folHlink>
        <a:srgbClr val="1E88E5"/>
      </a:folHlink>
    </a:clrScheme>
    <a:fontScheme name="Times New Roman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Kiberxavfsizli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stdlib OOXML generator</Application>
  <Slides>10</Slides>
  <Company>Jizzax davlat pedagogika universiteti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Barmoq izi skanerlari qanday ishlaydi? Telefonni ochish uchun barmoq izimizni optik yoki ultratovush to'lqinlari orqali qanday tanib olishi</dc:title>
  <dc:creator>Toshboʻriyeva Marjona (242_26 - guruh)</dc:creator>
  <cp:lastModifiedBy>Toshboʻriyeva Marjona</cp:lastModifiedBy>
  <dcterms:created xsi:type="dcterms:W3CDTF">2026-10-18T21:41:56Z</dcterms:created>
  <dcterms:modified xsi:type="dcterms:W3CDTF">2026-10-18T21:41:56Z</dcterms:modified>
</cp:coreProperties>
</file>